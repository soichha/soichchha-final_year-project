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41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56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89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1244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9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61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98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6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46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6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41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65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89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97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15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1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5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08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99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320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05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36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38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4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07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22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751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B0CB-1C48-1EDF-7F7D-FCED0CA1F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7AF71-A22C-453F-A111-B12F13707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2A8AD-24C9-5CAE-F7D5-716F5E4F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69EA3-7F2C-B19E-0244-F174689A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FED2-29C1-644E-0BA6-FBA926EA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0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A82718F0-2D9B-4D91-BFA3-28515025B717}" type="datetimeFigureOut">
              <a:rPr lang="en-US" smtClean="0"/>
              <a:t>13-Oct-26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3036F7B1-20D7-4381-99BF-9EEECAB33F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8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2629-151A-AEBC-BB0A-B9AD11A7BB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QuickShip: A Smart Courier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DFDEC-11DB-48E5-D0C5-3115061A6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5534" y="4586989"/>
            <a:ext cx="3862466" cy="1528997"/>
          </a:xfrm>
        </p:spPr>
        <p:txBody>
          <a:bodyPr>
            <a:normAutofit/>
          </a:bodyPr>
          <a:lstStyle/>
          <a:p>
            <a:r>
              <a:rPr lang="en-US" dirty="0"/>
              <a:t>Submitted by</a:t>
            </a:r>
          </a:p>
          <a:p>
            <a:r>
              <a:rPr lang="en-US" dirty="0"/>
              <a:t>Bibusa Shrestha</a:t>
            </a:r>
          </a:p>
          <a:p>
            <a:r>
              <a:rPr lang="en-US" dirty="0" err="1"/>
              <a:t>Soichchha</a:t>
            </a:r>
            <a:r>
              <a:rPr lang="en-US" dirty="0"/>
              <a:t> Khadka</a:t>
            </a:r>
          </a:p>
        </p:txBody>
      </p:sp>
    </p:spTree>
    <p:extLst>
      <p:ext uri="{BB962C8B-B14F-4D97-AF65-F5344CB8AC3E}">
        <p14:creationId xmlns:p14="http://schemas.microsoft.com/office/powerpoint/2010/main" val="558217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FBC3-4EC9-F524-FB59-7FE6030D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85" y="1012175"/>
            <a:ext cx="11013671" cy="84979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5F87B-8DEA-69D7-6187-5CD88385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QuickShip is a web-based courier management system.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It connects customers, delivery staff, and administrators.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It manages parcel booking, payment, tracking, delivery, and reports</a:t>
            </a:r>
          </a:p>
        </p:txBody>
      </p:sp>
    </p:spTree>
    <p:extLst>
      <p:ext uri="{BB962C8B-B14F-4D97-AF65-F5344CB8AC3E}">
        <p14:creationId xmlns:p14="http://schemas.microsoft.com/office/powerpoint/2010/main" val="132071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F10A-511D-9FAA-5646-0DB6E8AD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DA47-2274-EBB4-8493-D5B78EFB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Manual courier processes are time-consuming.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Customers have limited parcel tracking visibility.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Staff assignment and delivery updates are difficult to manage.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Payment and delivery records may be scattered</a:t>
            </a:r>
          </a:p>
        </p:txBody>
      </p:sp>
    </p:spTree>
    <p:extLst>
      <p:ext uri="{BB962C8B-B14F-4D97-AF65-F5344CB8AC3E}">
        <p14:creationId xmlns:p14="http://schemas.microsoft.com/office/powerpoint/2010/main" val="190300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0DDF-E001-A0EB-706E-22B1B91C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01B9C-3637-623C-BAB4-48E0CBC0C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Automate parcel booking and delivery management.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Calculate delivery cost automatically.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Provide QR-based parcel tracking.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Support online payment and cash on delivery.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Improve staff assignment and delivery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73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3338-7ADB-3E52-6698-7E9399C6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Technology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A5CBA-E8F0-8243-D6DD-F97569274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01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200"/>
            </a:pPr>
            <a:r>
              <a:rPr lang="en-US" sz="2400" dirty="0"/>
              <a:t>Frontend: React.js, Vite, Tailwind CSS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2200"/>
            </a:pPr>
            <a:r>
              <a:rPr lang="en-US" sz="2400" dirty="0"/>
              <a:t>Backend: Node.js and Express.js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2200"/>
            </a:pPr>
            <a:r>
              <a:rPr lang="en-US" sz="2400" dirty="0"/>
              <a:t>Database: MySQL with Sequelize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2200"/>
            </a:pPr>
            <a:r>
              <a:rPr lang="en-US" sz="2400" dirty="0"/>
              <a:t>Payment: eSewa and COD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2200"/>
            </a:pPr>
            <a:r>
              <a:rPr lang="en-US" sz="2400" dirty="0"/>
              <a:t>Algorithms: Haversine, Weighted Scoring and Random Forest Algorithm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5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0882-1F90-14F7-CA5F-C0B1F4E98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D6CC72-5986-4BFF-37AD-6A94C4CFF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106" y="512515"/>
            <a:ext cx="4826832" cy="621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0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14D-3306-532F-3CF5-3DA4F0C9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5CED-D2FC-3176-081C-8C8EEE7A2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/>
              <a:t>Haversine Formula: Calculates distance between locations. </a:t>
            </a:r>
          </a:p>
          <a:p>
            <a:pPr lvl="0"/>
            <a:r>
              <a:rPr lang="en-US" sz="3200" dirty="0"/>
              <a:t>Weighted Scoring Algorithm: Recommends suitable delivery staff. </a:t>
            </a:r>
          </a:p>
          <a:p>
            <a:pPr lvl="0"/>
            <a:r>
              <a:rPr lang="en-US" sz="3200" dirty="0"/>
              <a:t>Random Forest Algorithm: Predicts estimated delivery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3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9C68-439C-2156-CB46-B0ADC639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3EC6D-D5C2-38C7-2BD9-A0E974204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QuickShip digitizes courier operations in one platform.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It improves booking, payment, tracking, and delivery monitoring.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It combines web technologies, QR tracking, and machine learning.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The system can be extended with real-time logistics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13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2F3B-1C71-9A7A-7A50-A020B795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A7027-CD94-B14E-803D-1D79DF173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Real-time GPS tracking</a:t>
            </a:r>
          </a:p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Route optimization</a:t>
            </a:r>
          </a:p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SMS and push notifications</a:t>
            </a:r>
          </a:p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Improved ML accuracy with more data</a:t>
            </a:r>
          </a:p>
          <a:p>
            <a:pPr marL="457200" indent="-457200">
              <a:spcAft>
                <a:spcPts val="1400"/>
              </a:spcAft>
              <a:buFont typeface="Arial" panose="020B0604020202020204" pitchFamily="34" charset="0"/>
              <a:buChar char="•"/>
              <a:defRPr sz="2200"/>
            </a:pPr>
            <a:r>
              <a:rPr lang="en-US" sz="2800" dirty="0"/>
              <a:t>Mobile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3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E8F0D-FF6B-B6D6-8040-697D2086F084}"/>
              </a:ext>
            </a:extLst>
          </p:cNvPr>
          <p:cNvSpPr txBox="1"/>
          <p:nvPr/>
        </p:nvSpPr>
        <p:spPr>
          <a:xfrm>
            <a:off x="4107305" y="2505670"/>
            <a:ext cx="4302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475923097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117</TotalTime>
  <Words>249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Axis</vt:lpstr>
      <vt:lpstr>QuickShip: A Smart Courier Management System</vt:lpstr>
      <vt:lpstr>Introduction</vt:lpstr>
      <vt:lpstr>Problem Statement </vt:lpstr>
      <vt:lpstr>Objectives </vt:lpstr>
      <vt:lpstr>Technology Used </vt:lpstr>
      <vt:lpstr>Case diagram</vt:lpstr>
      <vt:lpstr>Algorithms Used</vt:lpstr>
      <vt:lpstr>Conclusion</vt:lpstr>
      <vt:lpstr>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Bibusa Shrestha</dc:creator>
  <cp:lastModifiedBy>Bibusa Shrestha</cp:lastModifiedBy>
  <cp:revision>8</cp:revision>
  <dcterms:created xsi:type="dcterms:W3CDTF">2026-09-16T10:53:55Z</dcterms:created>
  <dcterms:modified xsi:type="dcterms:W3CDTF">2026-10-12T19:56:56Z</dcterms:modified>
</cp:coreProperties>
</file>